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0"/>
    <p:restoredTop sz="94679"/>
  </p:normalViewPr>
  <p:slideViewPr>
    <p:cSldViewPr snapToGrid="0">
      <p:cViewPr varScale="1">
        <p:scale>
          <a:sx n="183" d="100"/>
          <a:sy n="183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5CAC0-02C8-ED32-6CBF-5FDA71005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12536-4C95-1B91-6B55-8097B5BA6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62E5D-BBC1-06DA-CFEC-12B6C228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66876-3AC1-8E55-2C22-0C6167B97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115AA-66F8-49A7-9F88-82944A90A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307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C0D5-C3C7-5855-2CF2-DC105873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07259-02C6-54AA-C19E-C90087309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32E41-08A7-DD5D-DCD8-8EB2A33D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457F5-1650-84F7-F284-9FF7E33EC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DC548-AFD8-E061-ADC9-BFCFA3B2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10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A1BC-DAAC-6CFE-F956-8F1DBE6C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B5C76-0ADF-F137-9AF9-2F5BBC90D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77A4A-536B-F15D-C3B7-A2A17187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A56DC-BB06-A106-5B6D-70A27E48B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15F45-8D73-5AA3-92EE-63A61551F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214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34F35-7B86-7949-FAF0-9415F90F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B5BE6-3228-35D1-9DBD-38F0C8876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11149-E6F5-7256-30F0-B206456C6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1FAAA-1F7D-F25C-FAE6-ACC79B56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F920E-76C9-2ED3-2BB7-755FEC2F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17B9-23C2-4F96-87D9-1071811F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13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D7C8-7CD7-19E2-D17D-5DBF8AC6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25708-C060-CCB2-DC9C-40C7CC941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A6BD7-D465-49C2-12D4-F992221E5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DD19D8-4074-C778-3F98-F11567390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7626F-3560-7403-39F1-F801A112B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16521F-4D10-5448-1607-705D644E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598F75-3F26-68B4-12CE-ED8C73FB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39344-3C56-F6A6-F465-D4963017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25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F5CD9-015D-8DB7-68ED-1FB6068A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8A75F-C802-CEF0-8AC9-A70E168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6D594-B073-853C-B112-1C5ECA4D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B9796-DF33-1FDD-CA7F-06DB4DB1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0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42BF3A-B8A5-90EE-1B28-C0AB4026B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21027-AF3D-10B8-0E78-5C431383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D396E-02E3-C4E1-44DC-E4BEBC65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771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5431-774B-F2DE-D93C-8D685DAF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2F2DD-72F9-557C-1665-BCD3FDC5F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30962-3B70-B5B7-3E0F-109255816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FCCBD-4877-3A0F-DA78-1C3DCAAE5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1AB39-40B9-0BBD-5504-CE38C77D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E7951-0069-BF86-7C3D-CF417DCE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05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EE2E-02B6-8A41-03E4-7D08547B2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9CEF69-7047-1F76-E7DA-A490A10A9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D260E-A227-A8DE-337E-676D0A743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5C4A0-19A1-CA3A-6CE8-31832E7F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293F6-CF65-6992-EC5A-7722B5921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0697D-1CF8-80C1-22C3-4921AF2C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61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1C0F-3C31-1687-7B26-35659380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5AEE8-27EE-559F-B169-06463EFD5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4B5E0-CC86-3D8B-223C-6B0CD57C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2805E-9813-0B1F-3ACB-2FDBE3A67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742F6-3235-C946-B503-A172EA52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D33159-E25C-351B-1D0D-894A78E19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7D485-F44A-C13A-822F-297CDA25B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5E8A9-B2DB-F6BC-4BAD-5A8992E5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8799F-3709-3145-08BC-A976E228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25542-22C8-A517-2063-DE205C79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33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5ACF9-76C9-19BD-C65A-8B1D18199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8B0DF-2C1B-1C23-4997-F2AC1368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F7813-E5AA-71B0-A58A-9E7AD3B92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A1B81-50AC-9743-AFF7-AAF113D8105C}" type="datetimeFigureOut">
              <a:rPr lang="en-GB" smtClean="0"/>
              <a:t>23/11/2025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F62F8-7066-BCFE-5B17-37B5EBE09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BB343-0628-98AF-6DD0-C472250BD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87194-216A-C642-92E1-F4E4042385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87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4E88C8-5BD8-9CFF-FA9F-0ACEF03C2D10}"/>
              </a:ext>
            </a:extLst>
          </p:cNvPr>
          <p:cNvSpPr/>
          <p:nvPr/>
        </p:nvSpPr>
        <p:spPr>
          <a:xfrm>
            <a:off x="704577" y="3160122"/>
            <a:ext cx="1776248" cy="87345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B7FF7CB-909E-B051-3879-48D33393AB0E}"/>
              </a:ext>
            </a:extLst>
          </p:cNvPr>
          <p:cNvCxnSpPr/>
          <p:nvPr/>
        </p:nvCxnSpPr>
        <p:spPr>
          <a:xfrm>
            <a:off x="704577" y="3467620"/>
            <a:ext cx="1776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CB35F2-3ED3-3236-CEEB-7AA0CA84E91E}"/>
              </a:ext>
            </a:extLst>
          </p:cNvPr>
          <p:cNvSpPr txBox="1"/>
          <p:nvPr/>
        </p:nvSpPr>
        <p:spPr>
          <a:xfrm>
            <a:off x="1186301" y="3175372"/>
            <a:ext cx="81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C44553-A3C7-E793-8C4E-02E398B691CF}"/>
              </a:ext>
            </a:extLst>
          </p:cNvPr>
          <p:cNvSpPr txBox="1"/>
          <p:nvPr/>
        </p:nvSpPr>
        <p:spPr>
          <a:xfrm>
            <a:off x="704577" y="3477939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resourceID: int           {PK}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D2F89C-923F-7D1C-A739-0E1CD9A11D47}"/>
              </a:ext>
            </a:extLst>
          </p:cNvPr>
          <p:cNvSpPr txBox="1"/>
          <p:nvPr/>
        </p:nvSpPr>
        <p:spPr>
          <a:xfrm>
            <a:off x="704577" y="3756576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resource_type: string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7DA5B8-3E63-A2E3-CA51-3147F12CEA42}"/>
              </a:ext>
            </a:extLst>
          </p:cNvPr>
          <p:cNvSpPr/>
          <p:nvPr/>
        </p:nvSpPr>
        <p:spPr>
          <a:xfrm>
            <a:off x="914153" y="912269"/>
            <a:ext cx="1827740" cy="164623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B5B94B-5557-FD7B-DD88-AA83E4409CE0}"/>
              </a:ext>
            </a:extLst>
          </p:cNvPr>
          <p:cNvCxnSpPr>
            <a:cxnSpLocks/>
          </p:cNvCxnSpPr>
          <p:nvPr/>
        </p:nvCxnSpPr>
        <p:spPr>
          <a:xfrm>
            <a:off x="914153" y="1219767"/>
            <a:ext cx="18277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DC6504-22AA-A936-08BD-C0C4F8C29E93}"/>
              </a:ext>
            </a:extLst>
          </p:cNvPr>
          <p:cNvSpPr txBox="1"/>
          <p:nvPr/>
        </p:nvSpPr>
        <p:spPr>
          <a:xfrm>
            <a:off x="914152" y="927519"/>
            <a:ext cx="1776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Crop_Resource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837B35-8BAE-75A1-17E5-B52499A6A1F5}"/>
              </a:ext>
            </a:extLst>
          </p:cNvPr>
          <p:cNvSpPr txBox="1"/>
          <p:nvPr/>
        </p:nvSpPr>
        <p:spPr>
          <a:xfrm>
            <a:off x="905838" y="1500440"/>
            <a:ext cx="1864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cropID: int                       {FK}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F0F79C-4FA0-AEAB-9668-BFF61F844DA2}"/>
              </a:ext>
            </a:extLst>
          </p:cNvPr>
          <p:cNvSpPr txBox="1"/>
          <p:nvPr/>
        </p:nvSpPr>
        <p:spPr>
          <a:xfrm>
            <a:off x="905836" y="1763827"/>
            <a:ext cx="189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resourceID: int              {FK}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10C19B-B0F9-3940-EB73-3D5343EB461A}"/>
              </a:ext>
            </a:extLst>
          </p:cNvPr>
          <p:cNvSpPr txBox="1"/>
          <p:nvPr/>
        </p:nvSpPr>
        <p:spPr>
          <a:xfrm>
            <a:off x="897535" y="2025437"/>
            <a:ext cx="1821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resource_quantity: int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CF44AA-39A4-90A1-7E4C-8367DCB0DA7F}"/>
              </a:ext>
            </a:extLst>
          </p:cNvPr>
          <p:cNvSpPr txBox="1"/>
          <p:nvPr/>
        </p:nvSpPr>
        <p:spPr>
          <a:xfrm>
            <a:off x="897538" y="2281505"/>
            <a:ext cx="1864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date_of_application: date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86527B-E932-4235-6EDD-95CCE42CAFA6}"/>
              </a:ext>
            </a:extLst>
          </p:cNvPr>
          <p:cNvSpPr/>
          <p:nvPr/>
        </p:nvSpPr>
        <p:spPr>
          <a:xfrm>
            <a:off x="4873585" y="1592918"/>
            <a:ext cx="1776248" cy="85569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12CB14-F40F-D355-6D4F-E6F628383994}"/>
              </a:ext>
            </a:extLst>
          </p:cNvPr>
          <p:cNvCxnSpPr/>
          <p:nvPr/>
        </p:nvCxnSpPr>
        <p:spPr>
          <a:xfrm>
            <a:off x="4873585" y="1900416"/>
            <a:ext cx="1776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3D2BB16-7021-6A95-6204-EFA31011B649}"/>
              </a:ext>
            </a:extLst>
          </p:cNvPr>
          <p:cNvSpPr txBox="1"/>
          <p:nvPr/>
        </p:nvSpPr>
        <p:spPr>
          <a:xfrm>
            <a:off x="4873584" y="1608168"/>
            <a:ext cx="1776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Crop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CE4ADC-56D3-3C6C-1770-5F90D2E1F113}"/>
              </a:ext>
            </a:extLst>
          </p:cNvPr>
          <p:cNvSpPr txBox="1"/>
          <p:nvPr/>
        </p:nvSpPr>
        <p:spPr>
          <a:xfrm>
            <a:off x="4873585" y="1910735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cropID: int                    {PK}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7C3B4A-AED9-B6BD-5ED0-A0F036EE4267}"/>
              </a:ext>
            </a:extLst>
          </p:cNvPr>
          <p:cNvSpPr txBox="1"/>
          <p:nvPr/>
        </p:nvSpPr>
        <p:spPr>
          <a:xfrm>
            <a:off x="4873582" y="2171610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crop_name: string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65E2F0-787D-6E7B-9761-F243A02D29E8}"/>
              </a:ext>
            </a:extLst>
          </p:cNvPr>
          <p:cNvSpPr/>
          <p:nvPr/>
        </p:nvSpPr>
        <p:spPr>
          <a:xfrm>
            <a:off x="4795764" y="2668416"/>
            <a:ext cx="2116775" cy="134989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F1EFEA1-2538-A651-3D28-1571C92F6D7E}"/>
              </a:ext>
            </a:extLst>
          </p:cNvPr>
          <p:cNvCxnSpPr>
            <a:cxnSpLocks/>
          </p:cNvCxnSpPr>
          <p:nvPr/>
        </p:nvCxnSpPr>
        <p:spPr>
          <a:xfrm>
            <a:off x="4795765" y="2975914"/>
            <a:ext cx="2116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085B2BB-F144-C30E-AB82-30EC9CF3E15A}"/>
              </a:ext>
            </a:extLst>
          </p:cNvPr>
          <p:cNvSpPr txBox="1"/>
          <p:nvPr/>
        </p:nvSpPr>
        <p:spPr>
          <a:xfrm>
            <a:off x="4795764" y="2683666"/>
            <a:ext cx="2116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Crop_Initiative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C52CEF-B416-D88F-ECF9-F24BCFBC6761}"/>
              </a:ext>
            </a:extLst>
          </p:cNvPr>
          <p:cNvSpPr txBox="1"/>
          <p:nvPr/>
        </p:nvSpPr>
        <p:spPr>
          <a:xfrm>
            <a:off x="4790323" y="3250289"/>
            <a:ext cx="2116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cropID: int                              {FK}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712AC6-30D1-364E-9CA0-BEA20CD91689}"/>
              </a:ext>
            </a:extLst>
          </p:cNvPr>
          <p:cNvSpPr txBox="1"/>
          <p:nvPr/>
        </p:nvSpPr>
        <p:spPr>
          <a:xfrm>
            <a:off x="4776506" y="3493320"/>
            <a:ext cx="2116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initiativeID: int                      {FK}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46E06F-FD0D-B242-8F4A-780B9AF1F9C8}"/>
              </a:ext>
            </a:extLst>
          </p:cNvPr>
          <p:cNvSpPr txBox="1"/>
          <p:nvPr/>
        </p:nvSpPr>
        <p:spPr>
          <a:xfrm>
            <a:off x="4776506" y="3737451"/>
            <a:ext cx="1864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crop_yield: int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1CC5F0-6C8A-2C90-408F-AB9400F75701}"/>
              </a:ext>
            </a:extLst>
          </p:cNvPr>
          <p:cNvSpPr/>
          <p:nvPr/>
        </p:nvSpPr>
        <p:spPr>
          <a:xfrm>
            <a:off x="9780895" y="3811181"/>
            <a:ext cx="1776248" cy="198932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C79A269-F4AF-CBFB-1DC4-5D715C83B2C0}"/>
              </a:ext>
            </a:extLst>
          </p:cNvPr>
          <p:cNvCxnSpPr/>
          <p:nvPr/>
        </p:nvCxnSpPr>
        <p:spPr>
          <a:xfrm>
            <a:off x="9780895" y="4118680"/>
            <a:ext cx="1776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4144C6-38B2-858F-BFC4-135E029145EF}"/>
              </a:ext>
            </a:extLst>
          </p:cNvPr>
          <p:cNvSpPr txBox="1"/>
          <p:nvPr/>
        </p:nvSpPr>
        <p:spPr>
          <a:xfrm>
            <a:off x="9780894" y="3826432"/>
            <a:ext cx="1776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Soil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0C6FB5-50F9-0BAB-BB99-10BEB888AB9C}"/>
              </a:ext>
            </a:extLst>
          </p:cNvPr>
          <p:cNvSpPr txBox="1"/>
          <p:nvPr/>
        </p:nvSpPr>
        <p:spPr>
          <a:xfrm>
            <a:off x="9780895" y="4128999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soilID: int                      {PK}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131B68-5757-E538-31EF-E452C81A355C}"/>
              </a:ext>
            </a:extLst>
          </p:cNvPr>
          <p:cNvSpPr txBox="1"/>
          <p:nvPr/>
        </p:nvSpPr>
        <p:spPr>
          <a:xfrm>
            <a:off x="9780893" y="4392386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farmID: int                    {FK}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5D7AE1-1C75-3B99-A392-80437433B73B}"/>
              </a:ext>
            </a:extLst>
          </p:cNvPr>
          <p:cNvSpPr txBox="1"/>
          <p:nvPr/>
        </p:nvSpPr>
        <p:spPr>
          <a:xfrm>
            <a:off x="9780893" y="4669385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ph_level: decimal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D85277-B6BF-C601-9005-3994EA374670}"/>
              </a:ext>
            </a:extLst>
          </p:cNvPr>
          <p:cNvSpPr txBox="1"/>
          <p:nvPr/>
        </p:nvSpPr>
        <p:spPr>
          <a:xfrm>
            <a:off x="9780893" y="4940475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nitrogen_level: int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E046DF-DFBD-D461-1826-9F399191BD5F}"/>
              </a:ext>
            </a:extLst>
          </p:cNvPr>
          <p:cNvSpPr txBox="1"/>
          <p:nvPr/>
        </p:nvSpPr>
        <p:spPr>
          <a:xfrm>
            <a:off x="9780893" y="5209771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phosphorus_level: int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9D9530-7FA7-E184-4C09-ED520885FE1F}"/>
              </a:ext>
            </a:extLst>
          </p:cNvPr>
          <p:cNvSpPr txBox="1"/>
          <p:nvPr/>
        </p:nvSpPr>
        <p:spPr>
          <a:xfrm>
            <a:off x="9780893" y="5463057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potassium_level: int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1627686-128C-50E8-45D8-6BB5B86F78FD}"/>
              </a:ext>
            </a:extLst>
          </p:cNvPr>
          <p:cNvSpPr/>
          <p:nvPr/>
        </p:nvSpPr>
        <p:spPr>
          <a:xfrm>
            <a:off x="9780896" y="1279797"/>
            <a:ext cx="1776248" cy="87345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0F195D4-28D0-6F24-0698-4998D53318FD}"/>
              </a:ext>
            </a:extLst>
          </p:cNvPr>
          <p:cNvCxnSpPr/>
          <p:nvPr/>
        </p:nvCxnSpPr>
        <p:spPr>
          <a:xfrm>
            <a:off x="9780896" y="1587295"/>
            <a:ext cx="1776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E13DFB4-6563-B107-EEF3-2324597628C1}"/>
              </a:ext>
            </a:extLst>
          </p:cNvPr>
          <p:cNvSpPr txBox="1"/>
          <p:nvPr/>
        </p:nvSpPr>
        <p:spPr>
          <a:xfrm>
            <a:off x="9780894" y="1295047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Farm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39DC44-201B-83E7-6600-BFB61495D560}"/>
              </a:ext>
            </a:extLst>
          </p:cNvPr>
          <p:cNvSpPr txBox="1"/>
          <p:nvPr/>
        </p:nvSpPr>
        <p:spPr>
          <a:xfrm>
            <a:off x="9780896" y="1597614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farmID: int                   {PK}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335667-A531-FF5E-EFEF-2CCE732AB9BF}"/>
              </a:ext>
            </a:extLst>
          </p:cNvPr>
          <p:cNvSpPr txBox="1"/>
          <p:nvPr/>
        </p:nvSpPr>
        <p:spPr>
          <a:xfrm>
            <a:off x="9780896" y="1876251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farm_location: string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933FBE-234B-4A7A-E6CE-F06DCF89DC48}"/>
              </a:ext>
            </a:extLst>
          </p:cNvPr>
          <p:cNvSpPr/>
          <p:nvPr/>
        </p:nvSpPr>
        <p:spPr>
          <a:xfrm>
            <a:off x="3544706" y="4081152"/>
            <a:ext cx="2290195" cy="8753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4521813-CD50-7BB0-92B9-28F248AE01D9}"/>
              </a:ext>
            </a:extLst>
          </p:cNvPr>
          <p:cNvCxnSpPr>
            <a:cxnSpLocks/>
          </p:cNvCxnSpPr>
          <p:nvPr/>
        </p:nvCxnSpPr>
        <p:spPr>
          <a:xfrm flipV="1">
            <a:off x="3544707" y="4373402"/>
            <a:ext cx="2290191" cy="1524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A98F8AB-EE8F-8EAF-325B-BB3875400490}"/>
              </a:ext>
            </a:extLst>
          </p:cNvPr>
          <p:cNvSpPr txBox="1"/>
          <p:nvPr/>
        </p:nvSpPr>
        <p:spPr>
          <a:xfrm>
            <a:off x="3525488" y="4103431"/>
            <a:ext cx="2290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Initiative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ED68C3-10A6-55DC-482E-92316F4D9BA8}"/>
              </a:ext>
            </a:extLst>
          </p:cNvPr>
          <p:cNvSpPr txBox="1"/>
          <p:nvPr/>
        </p:nvSpPr>
        <p:spPr>
          <a:xfrm>
            <a:off x="3544704" y="4437943"/>
            <a:ext cx="2290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initiativeID: int                            {PK}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8FD6B0-8012-5AF3-9170-A17BD84A868E}"/>
              </a:ext>
            </a:extLst>
          </p:cNvPr>
          <p:cNvSpPr txBox="1"/>
          <p:nvPr/>
        </p:nvSpPr>
        <p:spPr>
          <a:xfrm>
            <a:off x="3544699" y="4639284"/>
            <a:ext cx="22901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initiative_description: string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FA8824-E8A1-B52B-EF69-4E6A60532F0C}"/>
              </a:ext>
            </a:extLst>
          </p:cNvPr>
          <p:cNvSpPr txBox="1"/>
          <p:nvPr/>
        </p:nvSpPr>
        <p:spPr>
          <a:xfrm>
            <a:off x="6778464" y="5168178"/>
            <a:ext cx="2290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date_initiated:  date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97546D-DE2B-4E8E-13AF-33A27FA3E634}"/>
              </a:ext>
            </a:extLst>
          </p:cNvPr>
          <p:cNvSpPr txBox="1"/>
          <p:nvPr/>
        </p:nvSpPr>
        <p:spPr>
          <a:xfrm>
            <a:off x="6778462" y="5440955"/>
            <a:ext cx="2290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expected_impact: string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0F4717-D4E1-6FC8-2F51-51E0E4E9E4CB}"/>
              </a:ext>
            </a:extLst>
          </p:cNvPr>
          <p:cNvSpPr txBox="1"/>
          <p:nvPr/>
        </p:nvSpPr>
        <p:spPr>
          <a:xfrm>
            <a:off x="6778459" y="5705692"/>
            <a:ext cx="2290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ev_score: int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AA9033-478E-C099-49A6-4FEA6FFA3F6E}"/>
              </a:ext>
            </a:extLst>
          </p:cNvPr>
          <p:cNvSpPr txBox="1"/>
          <p:nvPr/>
        </p:nvSpPr>
        <p:spPr>
          <a:xfrm>
            <a:off x="6778456" y="5966207"/>
            <a:ext cx="2290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water_source: string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55FAEC7-10CD-F783-B30F-D799BA5D5939}"/>
              </a:ext>
            </a:extLst>
          </p:cNvPr>
          <p:cNvSpPr txBox="1"/>
          <p:nvPr/>
        </p:nvSpPr>
        <p:spPr>
          <a:xfrm>
            <a:off x="3620752" y="6566752"/>
            <a:ext cx="2290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labour_hours: int</a:t>
            </a:r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605C3188-FB6E-A49D-FFF5-588F526721CD}"/>
              </a:ext>
            </a:extLst>
          </p:cNvPr>
          <p:cNvCxnSpPr>
            <a:stCxn id="54" idx="3"/>
            <a:endCxn id="46" idx="3"/>
          </p:cNvCxnSpPr>
          <p:nvPr/>
        </p:nvCxnSpPr>
        <p:spPr>
          <a:xfrm flipH="1">
            <a:off x="11557141" y="1736114"/>
            <a:ext cx="3" cy="2794772"/>
          </a:xfrm>
          <a:prstGeom prst="bentConnector3">
            <a:avLst>
              <a:gd name="adj1" fmla="val -762000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D2AB5961-3487-84D9-0E01-F40A051D5C1B}"/>
              </a:ext>
            </a:extLst>
          </p:cNvPr>
          <p:cNvCxnSpPr>
            <a:cxnSpLocks/>
            <a:stCxn id="14" idx="1"/>
            <a:endCxn id="22" idx="1"/>
          </p:cNvCxnSpPr>
          <p:nvPr/>
        </p:nvCxnSpPr>
        <p:spPr>
          <a:xfrm rot="10800000" flipH="1">
            <a:off x="704576" y="1902327"/>
            <a:ext cx="201259" cy="1714112"/>
          </a:xfrm>
          <a:prstGeom prst="bentConnector3">
            <a:avLst>
              <a:gd name="adj1" fmla="val -11358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5E6ED630-8546-F238-2C88-0C4FF442801C}"/>
              </a:ext>
            </a:extLst>
          </p:cNvPr>
          <p:cNvCxnSpPr>
            <a:cxnSpLocks/>
            <a:stCxn id="21" idx="3"/>
            <a:endCxn id="28" idx="1"/>
          </p:cNvCxnSpPr>
          <p:nvPr/>
        </p:nvCxnSpPr>
        <p:spPr>
          <a:xfrm>
            <a:off x="2770366" y="1638940"/>
            <a:ext cx="2103219" cy="41029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41658F44-8A8E-91B7-89C7-EE6FE9659518}"/>
              </a:ext>
            </a:extLst>
          </p:cNvPr>
          <p:cNvCxnSpPr>
            <a:cxnSpLocks/>
            <a:stCxn id="28" idx="3"/>
            <a:endCxn id="37" idx="3"/>
          </p:cNvCxnSpPr>
          <p:nvPr/>
        </p:nvCxnSpPr>
        <p:spPr>
          <a:xfrm>
            <a:off x="6649833" y="2049235"/>
            <a:ext cx="257262" cy="1339554"/>
          </a:xfrm>
          <a:prstGeom prst="bentConnector3">
            <a:avLst>
              <a:gd name="adj1" fmla="val 18885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458DB0C7-182E-3FFC-3F22-21CB23227279}"/>
              </a:ext>
            </a:extLst>
          </p:cNvPr>
          <p:cNvCxnSpPr>
            <a:stCxn id="38" idx="1"/>
            <a:endCxn id="59" idx="1"/>
          </p:cNvCxnSpPr>
          <p:nvPr/>
        </p:nvCxnSpPr>
        <p:spPr>
          <a:xfrm rot="10800000" flipV="1">
            <a:off x="3544704" y="3631819"/>
            <a:ext cx="1231802" cy="944623"/>
          </a:xfrm>
          <a:prstGeom prst="bentConnector3">
            <a:avLst>
              <a:gd name="adj1" fmla="val 11855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ED7420F8-A3E2-50F4-1367-FD02836B948A}"/>
              </a:ext>
            </a:extLst>
          </p:cNvPr>
          <p:cNvSpPr txBox="1"/>
          <p:nvPr/>
        </p:nvSpPr>
        <p:spPr>
          <a:xfrm>
            <a:off x="11524664" y="1533146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1B2170B-406D-BD29-72C7-51C1548C9158}"/>
              </a:ext>
            </a:extLst>
          </p:cNvPr>
          <p:cNvSpPr txBox="1"/>
          <p:nvPr/>
        </p:nvSpPr>
        <p:spPr>
          <a:xfrm>
            <a:off x="11524664" y="4307138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F8524A0-CFDD-E3D5-4CE2-7B4926CE5CF3}"/>
              </a:ext>
            </a:extLst>
          </p:cNvPr>
          <p:cNvSpPr txBox="1"/>
          <p:nvPr/>
        </p:nvSpPr>
        <p:spPr>
          <a:xfrm rot="5400000">
            <a:off x="11657173" y="3114003"/>
            <a:ext cx="4499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Has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26D9B72-9CDB-7201-D57B-C3AD9A49946D}"/>
              </a:ext>
            </a:extLst>
          </p:cNvPr>
          <p:cNvSpPr txBox="1"/>
          <p:nvPr/>
        </p:nvSpPr>
        <p:spPr>
          <a:xfrm>
            <a:off x="9510511" y="1474503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5856522-CA69-EFCD-749D-8EBCF45C83B6}"/>
              </a:ext>
            </a:extLst>
          </p:cNvPr>
          <p:cNvSpPr txBox="1"/>
          <p:nvPr/>
        </p:nvSpPr>
        <p:spPr>
          <a:xfrm>
            <a:off x="9513009" y="1745593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AB48B77-F29E-F337-0C1B-14167AF2D042}"/>
              </a:ext>
            </a:extLst>
          </p:cNvPr>
          <p:cNvSpPr txBox="1"/>
          <p:nvPr/>
        </p:nvSpPr>
        <p:spPr>
          <a:xfrm>
            <a:off x="4628287" y="1824204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39AD012-E557-84F2-C4B6-0FF441444C3F}"/>
              </a:ext>
            </a:extLst>
          </p:cNvPr>
          <p:cNvSpPr txBox="1"/>
          <p:nvPr/>
        </p:nvSpPr>
        <p:spPr>
          <a:xfrm>
            <a:off x="2702874" y="1402341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1A290CA-5E40-47AB-A7CA-EA1F98ED3D46}"/>
              </a:ext>
            </a:extLst>
          </p:cNvPr>
          <p:cNvSpPr txBox="1"/>
          <p:nvPr/>
        </p:nvSpPr>
        <p:spPr>
          <a:xfrm>
            <a:off x="3944615" y="1794437"/>
            <a:ext cx="551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Uses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A48D6CC-2B16-FEFD-8DD6-B60C5011FE6D}"/>
              </a:ext>
            </a:extLst>
          </p:cNvPr>
          <p:cNvSpPr txBox="1"/>
          <p:nvPr/>
        </p:nvSpPr>
        <p:spPr>
          <a:xfrm>
            <a:off x="471017" y="3384677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E15E8BE-6EDE-5A1F-B79E-E954773CDE5A}"/>
              </a:ext>
            </a:extLst>
          </p:cNvPr>
          <p:cNvSpPr txBox="1"/>
          <p:nvPr/>
        </p:nvSpPr>
        <p:spPr>
          <a:xfrm>
            <a:off x="589129" y="1663567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E94FC56-5F02-8CF5-3995-B22C8DBDFC9F}"/>
              </a:ext>
            </a:extLst>
          </p:cNvPr>
          <p:cNvSpPr txBox="1"/>
          <p:nvPr/>
        </p:nvSpPr>
        <p:spPr>
          <a:xfrm rot="16200000">
            <a:off x="-21106" y="2544610"/>
            <a:ext cx="7488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Used On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99B54D9-D00E-24EB-048F-3AC69B887A69}"/>
              </a:ext>
            </a:extLst>
          </p:cNvPr>
          <p:cNvSpPr txBox="1"/>
          <p:nvPr/>
        </p:nvSpPr>
        <p:spPr>
          <a:xfrm>
            <a:off x="6634479" y="2041536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D685D27-C704-6698-10B2-3D59A4F8E704}"/>
              </a:ext>
            </a:extLst>
          </p:cNvPr>
          <p:cNvSpPr txBox="1"/>
          <p:nvPr/>
        </p:nvSpPr>
        <p:spPr>
          <a:xfrm>
            <a:off x="6844035" y="3110955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393778D-2152-2BA7-21A2-2DECD7875FA8}"/>
              </a:ext>
            </a:extLst>
          </p:cNvPr>
          <p:cNvSpPr txBox="1"/>
          <p:nvPr/>
        </p:nvSpPr>
        <p:spPr>
          <a:xfrm rot="16200000">
            <a:off x="6995015" y="2376612"/>
            <a:ext cx="551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Uses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7B4A479-5EE8-268C-52C7-8CC279CCB402}"/>
              </a:ext>
            </a:extLst>
          </p:cNvPr>
          <p:cNvSpPr txBox="1"/>
          <p:nvPr/>
        </p:nvSpPr>
        <p:spPr>
          <a:xfrm>
            <a:off x="4433465" y="3148788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8E66A4C-DCF8-EB52-6424-8D1CAD91C479}"/>
              </a:ext>
            </a:extLst>
          </p:cNvPr>
          <p:cNvSpPr txBox="1"/>
          <p:nvPr/>
        </p:nvSpPr>
        <p:spPr>
          <a:xfrm>
            <a:off x="3275857" y="4283565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5469C60-C6D0-F1A3-60FB-8126365486F9}"/>
              </a:ext>
            </a:extLst>
          </p:cNvPr>
          <p:cNvSpPr txBox="1"/>
          <p:nvPr/>
        </p:nvSpPr>
        <p:spPr>
          <a:xfrm>
            <a:off x="3450559" y="3416746"/>
            <a:ext cx="779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Used on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A467151C-260B-6887-C81F-449B382C3750}"/>
              </a:ext>
            </a:extLst>
          </p:cNvPr>
          <p:cNvSpPr/>
          <p:nvPr/>
        </p:nvSpPr>
        <p:spPr>
          <a:xfrm rot="10800000">
            <a:off x="11825991" y="3388790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4B5864E1-E44F-7025-5901-2F385E08EFCD}"/>
              </a:ext>
            </a:extLst>
          </p:cNvPr>
          <p:cNvSpPr/>
          <p:nvPr/>
        </p:nvSpPr>
        <p:spPr>
          <a:xfrm rot="5400000">
            <a:off x="4072812" y="3466333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0D5EC06B-6271-F27C-E8A3-2EF389EBC122}"/>
              </a:ext>
            </a:extLst>
          </p:cNvPr>
          <p:cNvSpPr/>
          <p:nvPr/>
        </p:nvSpPr>
        <p:spPr>
          <a:xfrm rot="10800000">
            <a:off x="7195301" y="2729021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26037BFF-BB05-7E2F-FD34-3BDFB9C76FD9}"/>
              </a:ext>
            </a:extLst>
          </p:cNvPr>
          <p:cNvSpPr/>
          <p:nvPr/>
        </p:nvSpPr>
        <p:spPr>
          <a:xfrm rot="16200000">
            <a:off x="3872201" y="1839720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AC8B8F0D-F975-0672-56E7-7C6035800175}"/>
              </a:ext>
            </a:extLst>
          </p:cNvPr>
          <p:cNvSpPr/>
          <p:nvPr/>
        </p:nvSpPr>
        <p:spPr>
          <a:xfrm>
            <a:off x="300325" y="2277471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3F549D-7D0A-4E85-2F49-3B5631DDD43A}"/>
              </a:ext>
            </a:extLst>
          </p:cNvPr>
          <p:cNvSpPr/>
          <p:nvPr/>
        </p:nvSpPr>
        <p:spPr>
          <a:xfrm>
            <a:off x="4856482" y="28686"/>
            <a:ext cx="1776248" cy="138318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285-74E5-049F-B39C-DD819D490CF7}"/>
              </a:ext>
            </a:extLst>
          </p:cNvPr>
          <p:cNvCxnSpPr/>
          <p:nvPr/>
        </p:nvCxnSpPr>
        <p:spPr>
          <a:xfrm>
            <a:off x="4852498" y="281869"/>
            <a:ext cx="1776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983E5D1-5EB8-0209-67DA-673FBF20F748}"/>
              </a:ext>
            </a:extLst>
          </p:cNvPr>
          <p:cNvSpPr txBox="1"/>
          <p:nvPr/>
        </p:nvSpPr>
        <p:spPr>
          <a:xfrm>
            <a:off x="4820646" y="27326"/>
            <a:ext cx="1776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Farm_Crop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A8195-E458-0360-28A1-F107DD9808D6}"/>
              </a:ext>
            </a:extLst>
          </p:cNvPr>
          <p:cNvSpPr txBox="1"/>
          <p:nvPr/>
        </p:nvSpPr>
        <p:spPr>
          <a:xfrm>
            <a:off x="4820646" y="748840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cropID: int                    {FK}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7B86AD-6887-67D3-E591-0CF5C9E3C900}"/>
              </a:ext>
            </a:extLst>
          </p:cNvPr>
          <p:cNvSpPr txBox="1"/>
          <p:nvPr/>
        </p:nvSpPr>
        <p:spPr>
          <a:xfrm>
            <a:off x="4820646" y="526042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farmID: int                    {FK}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38B769-3F14-5020-1FDF-593E074DB836}"/>
              </a:ext>
            </a:extLst>
          </p:cNvPr>
          <p:cNvSpPr txBox="1"/>
          <p:nvPr/>
        </p:nvSpPr>
        <p:spPr>
          <a:xfrm>
            <a:off x="4820644" y="968003"/>
            <a:ext cx="182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harvest_date :            date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DA617D-FFE8-CECA-7E7F-861BAA174EDB}"/>
              </a:ext>
            </a:extLst>
          </p:cNvPr>
          <p:cNvSpPr txBox="1"/>
          <p:nvPr/>
        </p:nvSpPr>
        <p:spPr>
          <a:xfrm>
            <a:off x="4820645" y="1149476"/>
            <a:ext cx="1776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planting_date :          date</a:t>
            </a:r>
          </a:p>
        </p:txBody>
      </p: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E5A8FC23-D9AF-A97E-47C3-3FFDD7BDED67}"/>
              </a:ext>
            </a:extLst>
          </p:cNvPr>
          <p:cNvCxnSpPr>
            <a:cxnSpLocks/>
            <a:stCxn id="54" idx="1"/>
            <a:endCxn id="68" idx="3"/>
          </p:cNvCxnSpPr>
          <p:nvPr/>
        </p:nvCxnSpPr>
        <p:spPr>
          <a:xfrm rot="10800000">
            <a:off x="6596894" y="664542"/>
            <a:ext cx="3184002" cy="1071572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83047AAB-8037-E975-05DC-9B2E62148B06}"/>
              </a:ext>
            </a:extLst>
          </p:cNvPr>
          <p:cNvCxnSpPr>
            <a:stCxn id="17" idx="3"/>
            <a:endCxn id="28" idx="3"/>
          </p:cNvCxnSpPr>
          <p:nvPr/>
        </p:nvCxnSpPr>
        <p:spPr>
          <a:xfrm>
            <a:off x="6596894" y="887340"/>
            <a:ext cx="52939" cy="1161895"/>
          </a:xfrm>
          <a:prstGeom prst="bentConnector3">
            <a:avLst>
              <a:gd name="adj1" fmla="val 53181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17AEDCA-D6AB-DD78-DEBF-9E4DBA451CDD}"/>
              </a:ext>
            </a:extLst>
          </p:cNvPr>
          <p:cNvSpPr txBox="1"/>
          <p:nvPr/>
        </p:nvSpPr>
        <p:spPr>
          <a:xfrm>
            <a:off x="7307650" y="437920"/>
            <a:ext cx="6611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Grows</a:t>
            </a:r>
          </a:p>
        </p:txBody>
      </p:sp>
      <p:sp>
        <p:nvSpPr>
          <p:cNvPr id="95" name="Triangle 94">
            <a:extLst>
              <a:ext uri="{FF2B5EF4-FFF2-40B4-BE49-F238E27FC236}">
                <a16:creationId xmlns:a16="http://schemas.microsoft.com/office/drawing/2014/main" id="{F974911D-8CD5-EC16-9206-082FE8F5A61F}"/>
              </a:ext>
            </a:extLst>
          </p:cNvPr>
          <p:cNvSpPr/>
          <p:nvPr/>
        </p:nvSpPr>
        <p:spPr>
          <a:xfrm rot="16200000">
            <a:off x="7240575" y="490544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Triangle 96">
            <a:extLst>
              <a:ext uri="{FF2B5EF4-FFF2-40B4-BE49-F238E27FC236}">
                <a16:creationId xmlns:a16="http://schemas.microsoft.com/office/drawing/2014/main" id="{01DCD624-E7B6-D00B-BA15-6B68A2EE6B71}"/>
              </a:ext>
            </a:extLst>
          </p:cNvPr>
          <p:cNvSpPr/>
          <p:nvPr/>
        </p:nvSpPr>
        <p:spPr>
          <a:xfrm>
            <a:off x="6945146" y="1062870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8603D96-F4EA-60D7-EDF1-53D59FAB734E}"/>
              </a:ext>
            </a:extLst>
          </p:cNvPr>
          <p:cNvSpPr txBox="1"/>
          <p:nvPr/>
        </p:nvSpPr>
        <p:spPr>
          <a:xfrm rot="5400000">
            <a:off x="6621259" y="1413968"/>
            <a:ext cx="78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Grown 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B0C3C63-7EBC-168D-4596-57FB3D62BB43}"/>
              </a:ext>
            </a:extLst>
          </p:cNvPr>
          <p:cNvSpPr txBox="1"/>
          <p:nvPr/>
        </p:nvSpPr>
        <p:spPr>
          <a:xfrm>
            <a:off x="6595721" y="447424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38F6F0D-4E9A-131E-5C10-7D79C794EED5}"/>
              </a:ext>
            </a:extLst>
          </p:cNvPr>
          <p:cNvSpPr txBox="1"/>
          <p:nvPr/>
        </p:nvSpPr>
        <p:spPr>
          <a:xfrm>
            <a:off x="6639355" y="1808110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0B3C462-EB9F-40C7-1580-4C4612479ADA}"/>
              </a:ext>
            </a:extLst>
          </p:cNvPr>
          <p:cNvSpPr txBox="1"/>
          <p:nvPr/>
        </p:nvSpPr>
        <p:spPr>
          <a:xfrm>
            <a:off x="6556964" y="890847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FF592BC-2532-BBB8-8EE3-3B78E8F720C9}"/>
              </a:ext>
            </a:extLst>
          </p:cNvPr>
          <p:cNvSpPr/>
          <p:nvPr/>
        </p:nvSpPr>
        <p:spPr>
          <a:xfrm>
            <a:off x="6780560" y="4078700"/>
            <a:ext cx="2290195" cy="216853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9522429-5E53-9237-C5FB-75C0D70C6CB7}"/>
              </a:ext>
            </a:extLst>
          </p:cNvPr>
          <p:cNvCxnSpPr>
            <a:cxnSpLocks/>
          </p:cNvCxnSpPr>
          <p:nvPr/>
        </p:nvCxnSpPr>
        <p:spPr>
          <a:xfrm flipV="1">
            <a:off x="6780561" y="4370950"/>
            <a:ext cx="2290191" cy="1524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4ED1995-F8F4-DC46-1E6E-7F2D702888D1}"/>
              </a:ext>
            </a:extLst>
          </p:cNvPr>
          <p:cNvSpPr txBox="1"/>
          <p:nvPr/>
        </p:nvSpPr>
        <p:spPr>
          <a:xfrm>
            <a:off x="6773304" y="4121290"/>
            <a:ext cx="2290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Farm_Initiative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00FA9E-E1B0-212C-6273-441A7D250950}"/>
              </a:ext>
            </a:extLst>
          </p:cNvPr>
          <p:cNvSpPr txBox="1"/>
          <p:nvPr/>
        </p:nvSpPr>
        <p:spPr>
          <a:xfrm>
            <a:off x="6780558" y="4679499"/>
            <a:ext cx="2290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initiativeID: int                           {FK}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4004AD6-CEF5-7E9A-0EF2-0F8F722E4145}"/>
              </a:ext>
            </a:extLst>
          </p:cNvPr>
          <p:cNvSpPr txBox="1"/>
          <p:nvPr/>
        </p:nvSpPr>
        <p:spPr>
          <a:xfrm>
            <a:off x="6781182" y="4914179"/>
            <a:ext cx="2290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farmID: int                                   {FK}</a:t>
            </a:r>
          </a:p>
        </p:txBody>
      </p: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2548C499-3BE9-3DD9-C751-21296356BF6C}"/>
              </a:ext>
            </a:extLst>
          </p:cNvPr>
          <p:cNvCxnSpPr>
            <a:stCxn id="59" idx="3"/>
            <a:endCxn id="70" idx="1"/>
          </p:cNvCxnSpPr>
          <p:nvPr/>
        </p:nvCxnSpPr>
        <p:spPr>
          <a:xfrm>
            <a:off x="5834896" y="4576443"/>
            <a:ext cx="945662" cy="241556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8D5EC493-5A35-E43D-72F6-EA3C1D5D1318}"/>
              </a:ext>
            </a:extLst>
          </p:cNvPr>
          <p:cNvCxnSpPr>
            <a:cxnSpLocks/>
            <a:stCxn id="73" idx="3"/>
            <a:endCxn id="54" idx="1"/>
          </p:cNvCxnSpPr>
          <p:nvPr/>
        </p:nvCxnSpPr>
        <p:spPr>
          <a:xfrm flipV="1">
            <a:off x="9071372" y="1736114"/>
            <a:ext cx="709524" cy="331656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99D931DA-D636-CD06-E8CC-46C515B316DB}"/>
              </a:ext>
            </a:extLst>
          </p:cNvPr>
          <p:cNvSpPr txBox="1"/>
          <p:nvPr/>
        </p:nvSpPr>
        <p:spPr>
          <a:xfrm>
            <a:off x="5810842" y="4277630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26FC1A4-2389-9EF5-7B3C-E5B59765E1AF}"/>
              </a:ext>
            </a:extLst>
          </p:cNvPr>
          <p:cNvSpPr txBox="1"/>
          <p:nvPr/>
        </p:nvSpPr>
        <p:spPr>
          <a:xfrm>
            <a:off x="6423185" y="4474883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DB642FE-0D33-E6F6-1D5D-54BE1B1C6D40}"/>
              </a:ext>
            </a:extLst>
          </p:cNvPr>
          <p:cNvSpPr txBox="1"/>
          <p:nvPr/>
        </p:nvSpPr>
        <p:spPr>
          <a:xfrm>
            <a:off x="9045254" y="4722600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DEC2297-87D1-941C-1E58-69E74C13B630}"/>
              </a:ext>
            </a:extLst>
          </p:cNvPr>
          <p:cNvSpPr txBox="1"/>
          <p:nvPr/>
        </p:nvSpPr>
        <p:spPr>
          <a:xfrm rot="5400000">
            <a:off x="9174640" y="2908389"/>
            <a:ext cx="779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Used on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6F6CB1FF-5943-6B2D-D944-3F6FE8F0AE39}"/>
              </a:ext>
            </a:extLst>
          </p:cNvPr>
          <p:cNvSpPr/>
          <p:nvPr/>
        </p:nvSpPr>
        <p:spPr>
          <a:xfrm rot="10800000">
            <a:off x="9501947" y="3278835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5127AA9-7E30-66FF-6927-067F6A943889}"/>
              </a:ext>
            </a:extLst>
          </p:cNvPr>
          <p:cNvSpPr txBox="1"/>
          <p:nvPr/>
        </p:nvSpPr>
        <p:spPr>
          <a:xfrm>
            <a:off x="6111738" y="4252793"/>
            <a:ext cx="7796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Used on</a:t>
            </a:r>
          </a:p>
        </p:txBody>
      </p:sp>
      <p:sp>
        <p:nvSpPr>
          <p:cNvPr id="106" name="Triangle 105">
            <a:extLst>
              <a:ext uri="{FF2B5EF4-FFF2-40B4-BE49-F238E27FC236}">
                <a16:creationId xmlns:a16="http://schemas.microsoft.com/office/drawing/2014/main" id="{DF7161EA-AB2C-1267-4C9B-52F81712BAEA}"/>
              </a:ext>
            </a:extLst>
          </p:cNvPr>
          <p:cNvSpPr/>
          <p:nvPr/>
        </p:nvSpPr>
        <p:spPr>
          <a:xfrm rot="16200000">
            <a:off x="6051243" y="4302469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EF9B49-40B6-C5D6-C9AD-337943C6B04D}"/>
              </a:ext>
            </a:extLst>
          </p:cNvPr>
          <p:cNvSpPr/>
          <p:nvPr/>
        </p:nvSpPr>
        <p:spPr>
          <a:xfrm>
            <a:off x="3614124" y="5046335"/>
            <a:ext cx="2290195" cy="181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A605F6-2D0D-8406-B322-B268A084C69D}"/>
              </a:ext>
            </a:extLst>
          </p:cNvPr>
          <p:cNvSpPr txBox="1"/>
          <p:nvPr/>
        </p:nvSpPr>
        <p:spPr>
          <a:xfrm>
            <a:off x="3620752" y="5063129"/>
            <a:ext cx="2290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Labour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FF552D-AC61-4CDE-8384-84093629E288}"/>
              </a:ext>
            </a:extLst>
          </p:cNvPr>
          <p:cNvSpPr txBox="1"/>
          <p:nvPr/>
        </p:nvSpPr>
        <p:spPr>
          <a:xfrm>
            <a:off x="3617884" y="5835284"/>
            <a:ext cx="2290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initiativeID: int                           {FK}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222160-9196-0670-5F44-4182BDB63B7C}"/>
              </a:ext>
            </a:extLst>
          </p:cNvPr>
          <p:cNvSpPr txBox="1"/>
          <p:nvPr/>
        </p:nvSpPr>
        <p:spPr>
          <a:xfrm>
            <a:off x="3631506" y="5577072"/>
            <a:ext cx="2290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farmID: int                                   {FK}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05AAA44-CDE8-5932-9781-93EBA3BD6120}"/>
              </a:ext>
            </a:extLst>
          </p:cNvPr>
          <p:cNvCxnSpPr>
            <a:cxnSpLocks/>
          </p:cNvCxnSpPr>
          <p:nvPr/>
        </p:nvCxnSpPr>
        <p:spPr>
          <a:xfrm flipV="1">
            <a:off x="3620751" y="5323813"/>
            <a:ext cx="2290191" cy="1524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5719BFED-369E-FAE8-06A9-08BBB7973571}"/>
              </a:ext>
            </a:extLst>
          </p:cNvPr>
          <p:cNvCxnSpPr>
            <a:cxnSpLocks/>
            <a:stCxn id="59" idx="1"/>
            <a:endCxn id="32" idx="1"/>
          </p:cNvCxnSpPr>
          <p:nvPr/>
        </p:nvCxnSpPr>
        <p:spPr>
          <a:xfrm rot="10800000" flipH="1" flipV="1">
            <a:off x="3544704" y="4576442"/>
            <a:ext cx="73180" cy="1397341"/>
          </a:xfrm>
          <a:prstGeom prst="bentConnector3">
            <a:avLst>
              <a:gd name="adj1" fmla="val -31238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B445FCEC-C5E1-8B0D-74FF-85B067267F57}"/>
              </a:ext>
            </a:extLst>
          </p:cNvPr>
          <p:cNvSpPr txBox="1"/>
          <p:nvPr/>
        </p:nvSpPr>
        <p:spPr>
          <a:xfrm>
            <a:off x="3275857" y="5737294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82E7E1-52FE-E320-A541-C764631E32BF}"/>
              </a:ext>
            </a:extLst>
          </p:cNvPr>
          <p:cNvSpPr txBox="1"/>
          <p:nvPr/>
        </p:nvSpPr>
        <p:spPr>
          <a:xfrm>
            <a:off x="3296658" y="4609094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AEE48665-527C-A2E0-E4F0-BC355A3489C7}"/>
              </a:ext>
            </a:extLst>
          </p:cNvPr>
          <p:cNvCxnSpPr>
            <a:cxnSpLocks/>
            <a:stCxn id="54" idx="3"/>
            <a:endCxn id="128" idx="3"/>
          </p:cNvCxnSpPr>
          <p:nvPr/>
        </p:nvCxnSpPr>
        <p:spPr>
          <a:xfrm flipH="1">
            <a:off x="5898049" y="1736114"/>
            <a:ext cx="5659095" cy="4724270"/>
          </a:xfrm>
          <a:prstGeom prst="bentConnector3">
            <a:avLst>
              <a:gd name="adj1" fmla="val -946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C65F205D-88D9-FF25-3926-4E59C506663A}"/>
              </a:ext>
            </a:extLst>
          </p:cNvPr>
          <p:cNvSpPr txBox="1"/>
          <p:nvPr/>
        </p:nvSpPr>
        <p:spPr>
          <a:xfrm>
            <a:off x="5848709" y="6243206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EE062DC-7A5F-E551-1C57-928F923FA4DE}"/>
              </a:ext>
            </a:extLst>
          </p:cNvPr>
          <p:cNvSpPr txBox="1"/>
          <p:nvPr/>
        </p:nvSpPr>
        <p:spPr>
          <a:xfrm>
            <a:off x="11532760" y="1734391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6098F43-3060-0EE3-044B-1DE0C77A98E3}"/>
              </a:ext>
            </a:extLst>
          </p:cNvPr>
          <p:cNvSpPr txBox="1"/>
          <p:nvPr/>
        </p:nvSpPr>
        <p:spPr>
          <a:xfrm>
            <a:off x="3607859" y="6321884"/>
            <a:ext cx="2290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resourceID: int                          {FK}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D17E95B-AEB9-80EC-BC4D-03AF8159B57A}"/>
              </a:ext>
            </a:extLst>
          </p:cNvPr>
          <p:cNvSpPr txBox="1"/>
          <p:nvPr/>
        </p:nvSpPr>
        <p:spPr>
          <a:xfrm>
            <a:off x="3639572" y="6078462"/>
            <a:ext cx="2290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cropID: int                                  {FK}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C89AB42-813F-35C6-7CE7-FA4FA400DAF8}"/>
              </a:ext>
            </a:extLst>
          </p:cNvPr>
          <p:cNvSpPr txBox="1"/>
          <p:nvPr/>
        </p:nvSpPr>
        <p:spPr>
          <a:xfrm rot="5400000">
            <a:off x="2788364" y="5229400"/>
            <a:ext cx="791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Works on</a:t>
            </a:r>
          </a:p>
        </p:txBody>
      </p:sp>
      <p:sp>
        <p:nvSpPr>
          <p:cNvPr id="144" name="Triangle 143">
            <a:extLst>
              <a:ext uri="{FF2B5EF4-FFF2-40B4-BE49-F238E27FC236}">
                <a16:creationId xmlns:a16="http://schemas.microsoft.com/office/drawing/2014/main" id="{3343A6F3-77BF-8C3B-BDCA-A7B6D2B11896}"/>
              </a:ext>
            </a:extLst>
          </p:cNvPr>
          <p:cNvSpPr/>
          <p:nvPr/>
        </p:nvSpPr>
        <p:spPr>
          <a:xfrm>
            <a:off x="3128111" y="4847033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C3841EC-0F47-B1CD-6923-665238CFB099}"/>
              </a:ext>
            </a:extLst>
          </p:cNvPr>
          <p:cNvSpPr txBox="1"/>
          <p:nvPr/>
        </p:nvSpPr>
        <p:spPr>
          <a:xfrm>
            <a:off x="9296186" y="6227012"/>
            <a:ext cx="791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Works on</a:t>
            </a:r>
          </a:p>
        </p:txBody>
      </p:sp>
      <p:sp>
        <p:nvSpPr>
          <p:cNvPr id="146" name="Triangle 145">
            <a:extLst>
              <a:ext uri="{FF2B5EF4-FFF2-40B4-BE49-F238E27FC236}">
                <a16:creationId xmlns:a16="http://schemas.microsoft.com/office/drawing/2014/main" id="{308221C8-2C8E-A5B2-7232-ADCBDB12457E}"/>
              </a:ext>
            </a:extLst>
          </p:cNvPr>
          <p:cNvSpPr/>
          <p:nvPr/>
        </p:nvSpPr>
        <p:spPr>
          <a:xfrm rot="5400000">
            <a:off x="10013300" y="6292274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E2B2186E-7251-5B24-EB79-3DA8A3C4DDC0}"/>
              </a:ext>
            </a:extLst>
          </p:cNvPr>
          <p:cNvCxnSpPr>
            <a:cxnSpLocks/>
            <a:stCxn id="128" idx="1"/>
            <a:endCxn id="15" idx="2"/>
          </p:cNvCxnSpPr>
          <p:nvPr/>
        </p:nvCxnSpPr>
        <p:spPr>
          <a:xfrm rot="10800000">
            <a:off x="1592701" y="4033576"/>
            <a:ext cx="2015158" cy="2426809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368FDF95-0A2B-793E-E792-CA9455337D91}"/>
              </a:ext>
            </a:extLst>
          </p:cNvPr>
          <p:cNvSpPr txBox="1"/>
          <p:nvPr/>
        </p:nvSpPr>
        <p:spPr>
          <a:xfrm>
            <a:off x="3278632" y="6269717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5ED41A9-FE9B-E3C4-D0C4-7B9A654EB7EE}"/>
              </a:ext>
            </a:extLst>
          </p:cNvPr>
          <p:cNvSpPr txBox="1"/>
          <p:nvPr/>
        </p:nvSpPr>
        <p:spPr>
          <a:xfrm>
            <a:off x="1377789" y="4026122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cxnSp>
        <p:nvCxnSpPr>
          <p:cNvPr id="166" name="Elbow Connector 165">
            <a:extLst>
              <a:ext uri="{FF2B5EF4-FFF2-40B4-BE49-F238E27FC236}">
                <a16:creationId xmlns:a16="http://schemas.microsoft.com/office/drawing/2014/main" id="{75CEE269-4087-972B-9BBA-2FA904670DF8}"/>
              </a:ext>
            </a:extLst>
          </p:cNvPr>
          <p:cNvCxnSpPr>
            <a:cxnSpLocks/>
            <a:stCxn id="129" idx="1"/>
            <a:endCxn id="30" idx="1"/>
          </p:cNvCxnSpPr>
          <p:nvPr/>
        </p:nvCxnSpPr>
        <p:spPr>
          <a:xfrm rot="10800000" flipH="1">
            <a:off x="3639572" y="2310110"/>
            <a:ext cx="1234010" cy="3906852"/>
          </a:xfrm>
          <a:prstGeom prst="bentConnector3">
            <a:avLst>
              <a:gd name="adj1" fmla="val -6377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E51C8554-D0CA-F477-0344-A14C6BF5F42F}"/>
              </a:ext>
            </a:extLst>
          </p:cNvPr>
          <p:cNvSpPr txBox="1"/>
          <p:nvPr/>
        </p:nvSpPr>
        <p:spPr>
          <a:xfrm rot="5400000">
            <a:off x="2342863" y="4176489"/>
            <a:ext cx="7918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Works on</a:t>
            </a:r>
          </a:p>
        </p:txBody>
      </p:sp>
      <p:sp>
        <p:nvSpPr>
          <p:cNvPr id="177" name="Triangle 176">
            <a:extLst>
              <a:ext uri="{FF2B5EF4-FFF2-40B4-BE49-F238E27FC236}">
                <a16:creationId xmlns:a16="http://schemas.microsoft.com/office/drawing/2014/main" id="{A0AC9434-33FF-8D78-0795-7E5B98D161EF}"/>
              </a:ext>
            </a:extLst>
          </p:cNvPr>
          <p:cNvSpPr/>
          <p:nvPr/>
        </p:nvSpPr>
        <p:spPr>
          <a:xfrm>
            <a:off x="2682610" y="3842125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3AFC4991-2853-736C-CB5D-5682E501CDBE}"/>
              </a:ext>
            </a:extLst>
          </p:cNvPr>
          <p:cNvSpPr txBox="1"/>
          <p:nvPr/>
        </p:nvSpPr>
        <p:spPr>
          <a:xfrm rot="5400000">
            <a:off x="1187515" y="5258144"/>
            <a:ext cx="995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Works with</a:t>
            </a:r>
          </a:p>
        </p:txBody>
      </p:sp>
      <p:sp>
        <p:nvSpPr>
          <p:cNvPr id="179" name="Triangle 178">
            <a:extLst>
              <a:ext uri="{FF2B5EF4-FFF2-40B4-BE49-F238E27FC236}">
                <a16:creationId xmlns:a16="http://schemas.microsoft.com/office/drawing/2014/main" id="{D012573D-BADC-0A5B-0539-F441614A2795}"/>
              </a:ext>
            </a:extLst>
          </p:cNvPr>
          <p:cNvSpPr/>
          <p:nvPr/>
        </p:nvSpPr>
        <p:spPr>
          <a:xfrm>
            <a:off x="1629031" y="4822011"/>
            <a:ext cx="112349" cy="1385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9C90302-AFC5-9E91-DD38-5D907E890D9A}"/>
              </a:ext>
            </a:extLst>
          </p:cNvPr>
          <p:cNvSpPr txBox="1"/>
          <p:nvPr/>
        </p:nvSpPr>
        <p:spPr>
          <a:xfrm>
            <a:off x="4616134" y="2291394"/>
            <a:ext cx="3494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1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5AA18D9-C087-A992-2A21-6F98456BFC48}"/>
              </a:ext>
            </a:extLst>
          </p:cNvPr>
          <p:cNvSpPr txBox="1"/>
          <p:nvPr/>
        </p:nvSpPr>
        <p:spPr>
          <a:xfrm>
            <a:off x="3275857" y="5998904"/>
            <a:ext cx="426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0..*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F05DD3C-33A6-9FB9-50AC-663824A2FC9F}"/>
              </a:ext>
            </a:extLst>
          </p:cNvPr>
          <p:cNvSpPr txBox="1"/>
          <p:nvPr/>
        </p:nvSpPr>
        <p:spPr>
          <a:xfrm>
            <a:off x="917289" y="1246653"/>
            <a:ext cx="1892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crop_resourceID : int  {PK}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CFC0572-FEE6-2378-84F1-91BC13163CD9}"/>
              </a:ext>
            </a:extLst>
          </p:cNvPr>
          <p:cNvSpPr txBox="1"/>
          <p:nvPr/>
        </p:nvSpPr>
        <p:spPr>
          <a:xfrm>
            <a:off x="3632275" y="5346126"/>
            <a:ext cx="2290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labourID: int                               {PK}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6CAC5BB-FD38-7274-7DC8-B65A2D6CCBF9}"/>
              </a:ext>
            </a:extLst>
          </p:cNvPr>
          <p:cNvSpPr txBox="1"/>
          <p:nvPr/>
        </p:nvSpPr>
        <p:spPr>
          <a:xfrm>
            <a:off x="6766353" y="4414370"/>
            <a:ext cx="2290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farm_initiativeID: int                {PK}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A8BEC93-F05D-34E4-F74C-A62660DA1099}"/>
              </a:ext>
            </a:extLst>
          </p:cNvPr>
          <p:cNvSpPr txBox="1"/>
          <p:nvPr/>
        </p:nvSpPr>
        <p:spPr>
          <a:xfrm>
            <a:off x="4784879" y="3004548"/>
            <a:ext cx="2108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crop_initiativeID: int          {PK}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C44B0CA-61B3-5B12-ADE0-2B198111AE08}"/>
              </a:ext>
            </a:extLst>
          </p:cNvPr>
          <p:cNvSpPr txBox="1"/>
          <p:nvPr/>
        </p:nvSpPr>
        <p:spPr>
          <a:xfrm>
            <a:off x="4820646" y="288794"/>
            <a:ext cx="1797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farm_cropID: int        {PK}</a:t>
            </a:r>
          </a:p>
        </p:txBody>
      </p:sp>
    </p:spTree>
    <p:extLst>
      <p:ext uri="{BB962C8B-B14F-4D97-AF65-F5344CB8AC3E}">
        <p14:creationId xmlns:p14="http://schemas.microsoft.com/office/powerpoint/2010/main" val="3778377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8086</TotalTime>
  <Words>316</Words>
  <Application>Microsoft Macintosh PowerPoint</Application>
  <PresentationFormat>Widescreen</PresentationFormat>
  <Paragraphs>90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Le Grice</dc:creator>
  <cp:lastModifiedBy>Josh Le Grice</cp:lastModifiedBy>
  <cp:revision>19</cp:revision>
  <dcterms:created xsi:type="dcterms:W3CDTF">2025-10-08T12:48:45Z</dcterms:created>
  <dcterms:modified xsi:type="dcterms:W3CDTF">2025-11-23T18:30:10Z</dcterms:modified>
</cp:coreProperties>
</file>